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81AC9A-692A-4E64-875A-C3EB41CD2275}" v="312" dt="2025-12-30T07:38:49.3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15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y m" userId="84efc42215ecdba0" providerId="LiveId" clId="{BE773067-A818-4E85-AC27-FD56318DA6CF}"/>
    <pc:docChg chg="undo custSel addSld delSld modSld">
      <pc:chgData name="jy m" userId="84efc42215ecdba0" providerId="LiveId" clId="{BE773067-A818-4E85-AC27-FD56318DA6CF}" dt="2025-12-30T07:39:16.204" v="1066" actId="1076"/>
      <pc:docMkLst>
        <pc:docMk/>
      </pc:docMkLst>
      <pc:sldChg chg="addSp modSp mod">
        <pc:chgData name="jy m" userId="84efc42215ecdba0" providerId="LiveId" clId="{BE773067-A818-4E85-AC27-FD56318DA6CF}" dt="2025-12-30T07:30:19.387" v="1006" actId="1076"/>
        <pc:sldMkLst>
          <pc:docMk/>
          <pc:sldMk cId="353920185" sldId="256"/>
        </pc:sldMkLst>
        <pc:spChg chg="mod">
          <ac:chgData name="jy m" userId="84efc42215ecdba0" providerId="LiveId" clId="{BE773067-A818-4E85-AC27-FD56318DA6CF}" dt="2025-12-30T07:29:21.295" v="984" actId="1076"/>
          <ac:spMkLst>
            <pc:docMk/>
            <pc:sldMk cId="353920185" sldId="256"/>
            <ac:spMk id="2" creationId="{663323A6-C583-24D0-A2E9-1C1EDFA5CA63}"/>
          </ac:spMkLst>
        </pc:spChg>
        <pc:spChg chg="mod">
          <ac:chgData name="jy m" userId="84efc42215ecdba0" providerId="LiveId" clId="{BE773067-A818-4E85-AC27-FD56318DA6CF}" dt="2025-12-30T07:29:30.175" v="985" actId="1076"/>
          <ac:spMkLst>
            <pc:docMk/>
            <pc:sldMk cId="353920185" sldId="256"/>
            <ac:spMk id="3" creationId="{1A9ABFBC-CF72-E4D1-31FA-C013D05CF7FF}"/>
          </ac:spMkLst>
        </pc:spChg>
        <pc:spChg chg="add mod">
          <ac:chgData name="jy m" userId="84efc42215ecdba0" providerId="LiveId" clId="{BE773067-A818-4E85-AC27-FD56318DA6CF}" dt="2025-12-30T07:30:19.387" v="1006" actId="1076"/>
          <ac:spMkLst>
            <pc:docMk/>
            <pc:sldMk cId="353920185" sldId="256"/>
            <ac:spMk id="4" creationId="{C7C19B44-7D4C-237A-739B-67668EB43B96}"/>
          </ac:spMkLst>
        </pc:spChg>
      </pc:sldChg>
      <pc:sldChg chg="addSp modSp new mod setBg">
        <pc:chgData name="jy m" userId="84efc42215ecdba0" providerId="LiveId" clId="{BE773067-A818-4E85-AC27-FD56318DA6CF}" dt="2025-12-29T02:42:01.507" v="304" actId="1076"/>
        <pc:sldMkLst>
          <pc:docMk/>
          <pc:sldMk cId="1677467205" sldId="257"/>
        </pc:sldMkLst>
        <pc:spChg chg="add mod">
          <ac:chgData name="jy m" userId="84efc42215ecdba0" providerId="LiveId" clId="{BE773067-A818-4E85-AC27-FD56318DA6CF}" dt="2025-12-29T02:25:14.711" v="17" actId="1076"/>
          <ac:spMkLst>
            <pc:docMk/>
            <pc:sldMk cId="1677467205" sldId="257"/>
            <ac:spMk id="2" creationId="{BCFFEBC1-EEB6-5C59-EA3C-B9CFB70AEDCC}"/>
          </ac:spMkLst>
        </pc:spChg>
        <pc:spChg chg="add mod">
          <ac:chgData name="jy m" userId="84efc42215ecdba0" providerId="LiveId" clId="{BE773067-A818-4E85-AC27-FD56318DA6CF}" dt="2025-12-29T02:33:46.662" v="161" actId="255"/>
          <ac:spMkLst>
            <pc:docMk/>
            <pc:sldMk cId="1677467205" sldId="257"/>
            <ac:spMk id="3" creationId="{95ED6A24-77E5-66AF-2BF7-53BFEA768B0D}"/>
          </ac:spMkLst>
        </pc:spChg>
        <pc:spChg chg="add mod">
          <ac:chgData name="jy m" userId="84efc42215ecdba0" providerId="LiveId" clId="{BE773067-A818-4E85-AC27-FD56318DA6CF}" dt="2025-12-29T02:37:07.394" v="293" actId="1076"/>
          <ac:spMkLst>
            <pc:docMk/>
            <pc:sldMk cId="1677467205" sldId="257"/>
            <ac:spMk id="4" creationId="{870F139A-DCE5-8FA9-0564-E6AB87A6336F}"/>
          </ac:spMkLst>
        </pc:spChg>
        <pc:spChg chg="add mod">
          <ac:chgData name="jy m" userId="84efc42215ecdba0" providerId="LiveId" clId="{BE773067-A818-4E85-AC27-FD56318DA6CF}" dt="2025-12-29T02:37:00.441" v="292" actId="14100"/>
          <ac:spMkLst>
            <pc:docMk/>
            <pc:sldMk cId="1677467205" sldId="257"/>
            <ac:spMk id="5" creationId="{6B4F1D36-426E-B8F5-18E7-4B560E9BA5CD}"/>
          </ac:spMkLst>
        </pc:spChg>
        <pc:picChg chg="add mod">
          <ac:chgData name="jy m" userId="84efc42215ecdba0" providerId="LiveId" clId="{BE773067-A818-4E85-AC27-FD56318DA6CF}" dt="2025-12-29T02:41:05.250" v="298" actId="1076"/>
          <ac:picMkLst>
            <pc:docMk/>
            <pc:sldMk cId="1677467205" sldId="257"/>
            <ac:picMk id="7" creationId="{8762501F-2E39-436B-8995-4668D43197AE}"/>
          </ac:picMkLst>
        </pc:picChg>
        <pc:picChg chg="add mod">
          <ac:chgData name="jy m" userId="84efc42215ecdba0" providerId="LiveId" clId="{BE773067-A818-4E85-AC27-FD56318DA6CF}" dt="2025-12-29T02:41:32.687" v="301" actId="1076"/>
          <ac:picMkLst>
            <pc:docMk/>
            <pc:sldMk cId="1677467205" sldId="257"/>
            <ac:picMk id="9" creationId="{046B1DC6-CE30-C099-15AD-7375A3164C6E}"/>
          </ac:picMkLst>
        </pc:picChg>
        <pc:picChg chg="add mod">
          <ac:chgData name="jy m" userId="84efc42215ecdba0" providerId="LiveId" clId="{BE773067-A818-4E85-AC27-FD56318DA6CF}" dt="2025-12-29T02:42:01.507" v="304" actId="1076"/>
          <ac:picMkLst>
            <pc:docMk/>
            <pc:sldMk cId="1677467205" sldId="257"/>
            <ac:picMk id="11" creationId="{5A233079-761F-6E15-39CB-278E7122B201}"/>
          </ac:picMkLst>
        </pc:picChg>
      </pc:sldChg>
      <pc:sldChg chg="new del">
        <pc:chgData name="jy m" userId="84efc42215ecdba0" providerId="LiveId" clId="{BE773067-A818-4E85-AC27-FD56318DA6CF}" dt="2025-12-29T02:42:45.250" v="306" actId="2696"/>
        <pc:sldMkLst>
          <pc:docMk/>
          <pc:sldMk cId="47103979" sldId="258"/>
        </pc:sldMkLst>
      </pc:sldChg>
      <pc:sldChg chg="addSp modSp new mod setBg">
        <pc:chgData name="jy m" userId="84efc42215ecdba0" providerId="LiveId" clId="{BE773067-A818-4E85-AC27-FD56318DA6CF}" dt="2025-12-29T04:21:48.897" v="365" actId="1076"/>
        <pc:sldMkLst>
          <pc:docMk/>
          <pc:sldMk cId="593966353" sldId="258"/>
        </pc:sldMkLst>
        <pc:spChg chg="add mod">
          <ac:chgData name="jy m" userId="84efc42215ecdba0" providerId="LiveId" clId="{BE773067-A818-4E85-AC27-FD56318DA6CF}" dt="2025-12-29T04:19:28.386" v="345" actId="1076"/>
          <ac:spMkLst>
            <pc:docMk/>
            <pc:sldMk cId="593966353" sldId="258"/>
            <ac:spMk id="2" creationId="{CFD348A2-CE57-3C12-E3E6-01D883FACE5C}"/>
          </ac:spMkLst>
        </pc:spChg>
        <pc:picChg chg="add mod ord">
          <ac:chgData name="jy m" userId="84efc42215ecdba0" providerId="LiveId" clId="{BE773067-A818-4E85-AC27-FD56318DA6CF}" dt="2025-12-29T04:21:48.897" v="365" actId="1076"/>
          <ac:picMkLst>
            <pc:docMk/>
            <pc:sldMk cId="593966353" sldId="258"/>
            <ac:picMk id="4" creationId="{95D28EF4-5C76-7AA8-6A6E-B2C8EDEAF266}"/>
          </ac:picMkLst>
        </pc:picChg>
        <pc:picChg chg="add mod">
          <ac:chgData name="jy m" userId="84efc42215ecdba0" providerId="LiveId" clId="{BE773067-A818-4E85-AC27-FD56318DA6CF}" dt="2025-12-29T04:21:42.652" v="364" actId="14100"/>
          <ac:picMkLst>
            <pc:docMk/>
            <pc:sldMk cId="593966353" sldId="258"/>
            <ac:picMk id="6" creationId="{93E1D65B-0A47-155E-ED33-44BF898AE9EE}"/>
          </ac:picMkLst>
        </pc:picChg>
        <pc:picChg chg="add mod ord">
          <ac:chgData name="jy m" userId="84efc42215ecdba0" providerId="LiveId" clId="{BE773067-A818-4E85-AC27-FD56318DA6CF}" dt="2025-12-29T04:21:35.580" v="362" actId="1076"/>
          <ac:picMkLst>
            <pc:docMk/>
            <pc:sldMk cId="593966353" sldId="258"/>
            <ac:picMk id="8" creationId="{577DC6D4-7600-7993-DD55-7C184232E258}"/>
          </ac:picMkLst>
        </pc:picChg>
      </pc:sldChg>
      <pc:sldChg chg="addSp delSp modSp add mod">
        <pc:chgData name="jy m" userId="84efc42215ecdba0" providerId="LiveId" clId="{BE773067-A818-4E85-AC27-FD56318DA6CF}" dt="2025-12-30T07:37:40.148" v="1044" actId="20577"/>
        <pc:sldMkLst>
          <pc:docMk/>
          <pc:sldMk cId="3964595173" sldId="259"/>
        </pc:sldMkLst>
        <pc:spChg chg="add mod">
          <ac:chgData name="jy m" userId="84efc42215ecdba0" providerId="LiveId" clId="{BE773067-A818-4E85-AC27-FD56318DA6CF}" dt="2025-12-29T04:34:48.923" v="627" actId="255"/>
          <ac:spMkLst>
            <pc:docMk/>
            <pc:sldMk cId="3964595173" sldId="259"/>
            <ac:spMk id="2" creationId="{4F52FBDA-D1C9-298D-64EF-8B5974CCB547}"/>
          </ac:spMkLst>
        </pc:spChg>
        <pc:spChg chg="add mod">
          <ac:chgData name="jy m" userId="84efc42215ecdba0" providerId="LiveId" clId="{BE773067-A818-4E85-AC27-FD56318DA6CF}" dt="2025-12-29T04:28:02.217" v="517"/>
          <ac:spMkLst>
            <pc:docMk/>
            <pc:sldMk cId="3964595173" sldId="259"/>
            <ac:spMk id="3" creationId="{355C6286-BC7F-6BEA-35EE-9CB1AD4480BF}"/>
          </ac:spMkLst>
        </pc:spChg>
        <pc:spChg chg="add mod">
          <ac:chgData name="jy m" userId="84efc42215ecdba0" providerId="LiveId" clId="{BE773067-A818-4E85-AC27-FD56318DA6CF}" dt="2025-12-29T04:29:36.055" v="560" actId="1076"/>
          <ac:spMkLst>
            <pc:docMk/>
            <pc:sldMk cId="3964595173" sldId="259"/>
            <ac:spMk id="4" creationId="{D6DC46CA-F158-BA6C-4AB0-B24FB63E7F9A}"/>
          </ac:spMkLst>
        </pc:spChg>
        <pc:spChg chg="add mod">
          <ac:chgData name="jy m" userId="84efc42215ecdba0" providerId="LiveId" clId="{BE773067-A818-4E85-AC27-FD56318DA6CF}" dt="2025-12-29T04:31:40.749" v="609" actId="1076"/>
          <ac:spMkLst>
            <pc:docMk/>
            <pc:sldMk cId="3964595173" sldId="259"/>
            <ac:spMk id="5" creationId="{8868F102-24A1-D55F-0A9C-5066478C1B47}"/>
          </ac:spMkLst>
        </pc:spChg>
        <pc:spChg chg="add mod">
          <ac:chgData name="jy m" userId="84efc42215ecdba0" providerId="LiveId" clId="{BE773067-A818-4E85-AC27-FD56318DA6CF}" dt="2025-12-30T07:37:40.148" v="1044" actId="20577"/>
          <ac:spMkLst>
            <pc:docMk/>
            <pc:sldMk cId="3964595173" sldId="259"/>
            <ac:spMk id="6" creationId="{778190B4-5204-DD08-19CC-EA23906C16B2}"/>
          </ac:spMkLst>
        </pc:spChg>
        <pc:picChg chg="add mod">
          <ac:chgData name="jy m" userId="84efc42215ecdba0" providerId="LiveId" clId="{BE773067-A818-4E85-AC27-FD56318DA6CF}" dt="2025-12-29T04:31:03.214" v="603" actId="1076"/>
          <ac:picMkLst>
            <pc:docMk/>
            <pc:sldMk cId="3964595173" sldId="259"/>
            <ac:picMk id="8" creationId="{8CC3F20D-3DC6-E681-B98B-E9389C1BE3B0}"/>
          </ac:picMkLst>
        </pc:picChg>
        <pc:picChg chg="add mod">
          <ac:chgData name="jy m" userId="84efc42215ecdba0" providerId="LiveId" clId="{BE773067-A818-4E85-AC27-FD56318DA6CF}" dt="2025-12-29T04:31:11.918" v="604" actId="931"/>
          <ac:picMkLst>
            <pc:docMk/>
            <pc:sldMk cId="3964595173" sldId="259"/>
            <ac:picMk id="10" creationId="{F6DBE119-4A0D-8A45-C851-9D811D505774}"/>
          </ac:picMkLst>
        </pc:picChg>
        <pc:picChg chg="add mod">
          <ac:chgData name="jy m" userId="84efc42215ecdba0" providerId="LiveId" clId="{BE773067-A818-4E85-AC27-FD56318DA6CF}" dt="2025-12-29T04:31:31.752" v="607" actId="1076"/>
          <ac:picMkLst>
            <pc:docMk/>
            <pc:sldMk cId="3964595173" sldId="259"/>
            <ac:picMk id="12" creationId="{946E0B0A-9D02-2001-066F-24F0BF2051DC}"/>
          </ac:picMkLst>
        </pc:picChg>
        <pc:picChg chg="add del mod">
          <ac:chgData name="jy m" userId="84efc42215ecdba0" providerId="LiveId" clId="{BE773067-A818-4E85-AC27-FD56318DA6CF}" dt="2025-12-29T04:32:41.322" v="614" actId="21"/>
          <ac:picMkLst>
            <pc:docMk/>
            <pc:sldMk cId="3964595173" sldId="259"/>
            <ac:picMk id="14" creationId="{01BBC6A8-0EFF-5D70-3C74-BAA7C8B58D0B}"/>
          </ac:picMkLst>
        </pc:picChg>
        <pc:picChg chg="add mod">
          <ac:chgData name="jy m" userId="84efc42215ecdba0" providerId="LiveId" clId="{BE773067-A818-4E85-AC27-FD56318DA6CF}" dt="2025-12-29T04:33:53.505" v="621" actId="1076"/>
          <ac:picMkLst>
            <pc:docMk/>
            <pc:sldMk cId="3964595173" sldId="259"/>
            <ac:picMk id="16" creationId="{57B54E38-CE61-F685-C84E-B23D5569AB40}"/>
          </ac:picMkLst>
        </pc:picChg>
        <pc:picChg chg="add mod">
          <ac:chgData name="jy m" userId="84efc42215ecdba0" providerId="LiveId" clId="{BE773067-A818-4E85-AC27-FD56318DA6CF}" dt="2025-12-29T04:34:38.717" v="626" actId="1076"/>
          <ac:picMkLst>
            <pc:docMk/>
            <pc:sldMk cId="3964595173" sldId="259"/>
            <ac:picMk id="18" creationId="{910000C7-BDDD-09A7-640B-97B72A7180D4}"/>
          </ac:picMkLst>
        </pc:picChg>
      </pc:sldChg>
      <pc:sldChg chg="addSp modSp add mod">
        <pc:chgData name="jy m" userId="84efc42215ecdba0" providerId="LiveId" clId="{BE773067-A818-4E85-AC27-FD56318DA6CF}" dt="2025-12-30T07:39:16.204" v="1066" actId="1076"/>
        <pc:sldMkLst>
          <pc:docMk/>
          <pc:sldMk cId="1659415383" sldId="260"/>
        </pc:sldMkLst>
        <pc:spChg chg="add mod">
          <ac:chgData name="jy m" userId="84efc42215ecdba0" providerId="LiveId" clId="{BE773067-A818-4E85-AC27-FD56318DA6CF}" dt="2025-12-29T04:44:50.275" v="977" actId="1076"/>
          <ac:spMkLst>
            <pc:docMk/>
            <pc:sldMk cId="1659415383" sldId="260"/>
            <ac:spMk id="2" creationId="{1121F846-C9F5-40F2-E749-6E8841C28017}"/>
          </ac:spMkLst>
        </pc:spChg>
        <pc:spChg chg="add mod">
          <ac:chgData name="jy m" userId="84efc42215ecdba0" providerId="LiveId" clId="{BE773067-A818-4E85-AC27-FD56318DA6CF}" dt="2025-12-30T07:39:06.863" v="1063" actId="1076"/>
          <ac:spMkLst>
            <pc:docMk/>
            <pc:sldMk cId="1659415383" sldId="260"/>
            <ac:spMk id="3" creationId="{FB1E2F64-49AB-4BE6-27F8-79076D1FEFE8}"/>
          </ac:spMkLst>
        </pc:spChg>
        <pc:picChg chg="add mod">
          <ac:chgData name="jy m" userId="84efc42215ecdba0" providerId="LiveId" clId="{BE773067-A818-4E85-AC27-FD56318DA6CF}" dt="2025-12-30T07:39:16.204" v="1066" actId="1076"/>
          <ac:picMkLst>
            <pc:docMk/>
            <pc:sldMk cId="1659415383" sldId="260"/>
            <ac:picMk id="5" creationId="{0EE355F5-DB95-6495-57B6-FCC900B7F374}"/>
          </ac:picMkLst>
        </pc:picChg>
      </pc:sldChg>
      <pc:sldChg chg="addSp modSp new mod setBg">
        <pc:chgData name="jy m" userId="84efc42215ecdba0" providerId="LiveId" clId="{BE773067-A818-4E85-AC27-FD56318DA6CF}" dt="2025-12-30T07:32:54.544" v="1024" actId="1076"/>
        <pc:sldMkLst>
          <pc:docMk/>
          <pc:sldMk cId="357643589" sldId="261"/>
        </pc:sldMkLst>
        <pc:spChg chg="add mod">
          <ac:chgData name="jy m" userId="84efc42215ecdba0" providerId="LiveId" clId="{BE773067-A818-4E85-AC27-FD56318DA6CF}" dt="2025-12-30T07:31:59.032" v="1018" actId="255"/>
          <ac:spMkLst>
            <pc:docMk/>
            <pc:sldMk cId="357643589" sldId="261"/>
            <ac:spMk id="2" creationId="{E7A571F6-F54C-3B60-836D-FEDC420CB1D2}"/>
          </ac:spMkLst>
        </pc:spChg>
        <pc:picChg chg="add mod">
          <ac:chgData name="jy m" userId="84efc42215ecdba0" providerId="LiveId" clId="{BE773067-A818-4E85-AC27-FD56318DA6CF}" dt="2025-12-30T07:32:26.895" v="1021" actId="1076"/>
          <ac:picMkLst>
            <pc:docMk/>
            <pc:sldMk cId="357643589" sldId="261"/>
            <ac:picMk id="4" creationId="{94ECA3B4-B1D6-3F56-A0F6-656CECB945C0}"/>
          </ac:picMkLst>
        </pc:picChg>
        <pc:picChg chg="add mod">
          <ac:chgData name="jy m" userId="84efc42215ecdba0" providerId="LiveId" clId="{BE773067-A818-4E85-AC27-FD56318DA6CF}" dt="2025-12-30T07:32:54.544" v="1024" actId="1076"/>
          <ac:picMkLst>
            <pc:docMk/>
            <pc:sldMk cId="357643589" sldId="261"/>
            <ac:picMk id="6" creationId="{9BA2B308-F16F-8D66-8F0B-CC512DFDF1A8}"/>
          </ac:picMkLst>
        </pc:picChg>
      </pc:sldChg>
      <pc:sldChg chg="addSp modSp add mod">
        <pc:chgData name="jy m" userId="84efc42215ecdba0" providerId="LiveId" clId="{BE773067-A818-4E85-AC27-FD56318DA6CF}" dt="2025-12-30T07:33:33.856" v="1029" actId="1076"/>
        <pc:sldMkLst>
          <pc:docMk/>
          <pc:sldMk cId="4274494306" sldId="262"/>
        </pc:sldMkLst>
        <pc:picChg chg="add mod">
          <ac:chgData name="jy m" userId="84efc42215ecdba0" providerId="LiveId" clId="{BE773067-A818-4E85-AC27-FD56318DA6CF}" dt="2025-12-30T07:33:33.856" v="1029" actId="1076"/>
          <ac:picMkLst>
            <pc:docMk/>
            <pc:sldMk cId="4274494306" sldId="262"/>
            <ac:picMk id="3" creationId="{EC0BEAED-369D-0FB0-E659-5CD755519650}"/>
          </ac:picMkLst>
        </pc:picChg>
      </pc:sldChg>
      <pc:sldChg chg="addSp modSp new setBg modAnim">
        <pc:chgData name="jy m" userId="84efc42215ecdba0" providerId="LiveId" clId="{BE773067-A818-4E85-AC27-FD56318DA6CF}" dt="2025-12-30T07:36:30.412" v="1042"/>
        <pc:sldMkLst>
          <pc:docMk/>
          <pc:sldMk cId="2907920227" sldId="263"/>
        </pc:sldMkLst>
        <pc:picChg chg="add mod">
          <ac:chgData name="jy m" userId="84efc42215ecdba0" providerId="LiveId" clId="{BE773067-A818-4E85-AC27-FD56318DA6CF}" dt="2025-12-30T07:34:50.147" v="1034"/>
          <ac:picMkLst>
            <pc:docMk/>
            <pc:sldMk cId="2907920227" sldId="263"/>
            <ac:picMk id="2" creationId="{8DA70B6B-EA9C-95AD-0986-01D394EFFAE2}"/>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D89157-B89E-BDC6-F8EB-860D5555202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55035FD-9E99-2178-9D4F-780E7D8C63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0570A16-C5F4-3B7F-4059-D42B542AF4C3}"/>
              </a:ext>
            </a:extLst>
          </p:cNvPr>
          <p:cNvSpPr>
            <a:spLocks noGrp="1"/>
          </p:cNvSpPr>
          <p:nvPr>
            <p:ph type="dt" sz="half" idx="10"/>
          </p:nvPr>
        </p:nvSpPr>
        <p:spPr/>
        <p:txBody>
          <a:bodyPr/>
          <a:lstStyle/>
          <a:p>
            <a:fld id="{87EDBE68-3FAC-4DB1-9922-3A19CBC8AA2F}" type="datetimeFigureOut">
              <a:rPr lang="zh-CN" altLang="en-US" smtClean="0"/>
              <a:t>2025/12/30</a:t>
            </a:fld>
            <a:endParaRPr lang="zh-CN" altLang="en-US"/>
          </a:p>
        </p:txBody>
      </p:sp>
      <p:sp>
        <p:nvSpPr>
          <p:cNvPr id="5" name="页脚占位符 4">
            <a:extLst>
              <a:ext uri="{FF2B5EF4-FFF2-40B4-BE49-F238E27FC236}">
                <a16:creationId xmlns:a16="http://schemas.microsoft.com/office/drawing/2014/main" id="{1AAF4E60-CC8B-AEDB-0396-74F112CB0AC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B503476-0CA6-C93F-1B3A-4CF3E841E27E}"/>
              </a:ext>
            </a:extLst>
          </p:cNvPr>
          <p:cNvSpPr>
            <a:spLocks noGrp="1"/>
          </p:cNvSpPr>
          <p:nvPr>
            <p:ph type="sldNum" sz="quarter" idx="12"/>
          </p:nvPr>
        </p:nvSpPr>
        <p:spPr/>
        <p:txBody>
          <a:bodyPr/>
          <a:lstStyle/>
          <a:p>
            <a:fld id="{AA92FBFA-82A0-4969-9A72-846F6417AD45}" type="slidenum">
              <a:rPr lang="zh-CN" altLang="en-US" smtClean="0"/>
              <a:t>‹#›</a:t>
            </a:fld>
            <a:endParaRPr lang="zh-CN" altLang="en-US"/>
          </a:p>
        </p:txBody>
      </p:sp>
    </p:spTree>
    <p:extLst>
      <p:ext uri="{BB962C8B-B14F-4D97-AF65-F5344CB8AC3E}">
        <p14:creationId xmlns:p14="http://schemas.microsoft.com/office/powerpoint/2010/main" val="520036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720680-E052-4509-3D8B-AC81E062055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BCE254D-E501-4F1D-15EC-A5C69F26370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B755D6E-5643-A6FC-8DDD-FF4C98A9BA34}"/>
              </a:ext>
            </a:extLst>
          </p:cNvPr>
          <p:cNvSpPr>
            <a:spLocks noGrp="1"/>
          </p:cNvSpPr>
          <p:nvPr>
            <p:ph type="dt" sz="half" idx="10"/>
          </p:nvPr>
        </p:nvSpPr>
        <p:spPr/>
        <p:txBody>
          <a:bodyPr/>
          <a:lstStyle/>
          <a:p>
            <a:fld id="{87EDBE68-3FAC-4DB1-9922-3A19CBC8AA2F}" type="datetimeFigureOut">
              <a:rPr lang="zh-CN" altLang="en-US" smtClean="0"/>
              <a:t>2025/12/30</a:t>
            </a:fld>
            <a:endParaRPr lang="zh-CN" altLang="en-US"/>
          </a:p>
        </p:txBody>
      </p:sp>
      <p:sp>
        <p:nvSpPr>
          <p:cNvPr id="5" name="页脚占位符 4">
            <a:extLst>
              <a:ext uri="{FF2B5EF4-FFF2-40B4-BE49-F238E27FC236}">
                <a16:creationId xmlns:a16="http://schemas.microsoft.com/office/drawing/2014/main" id="{71ED6FB9-CC55-13AA-E6AB-FD60E8B51CE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2557F02-D423-B637-3268-2336DEBB235D}"/>
              </a:ext>
            </a:extLst>
          </p:cNvPr>
          <p:cNvSpPr>
            <a:spLocks noGrp="1"/>
          </p:cNvSpPr>
          <p:nvPr>
            <p:ph type="sldNum" sz="quarter" idx="12"/>
          </p:nvPr>
        </p:nvSpPr>
        <p:spPr/>
        <p:txBody>
          <a:bodyPr/>
          <a:lstStyle/>
          <a:p>
            <a:fld id="{AA92FBFA-82A0-4969-9A72-846F6417AD45}" type="slidenum">
              <a:rPr lang="zh-CN" altLang="en-US" smtClean="0"/>
              <a:t>‹#›</a:t>
            </a:fld>
            <a:endParaRPr lang="zh-CN" altLang="en-US"/>
          </a:p>
        </p:txBody>
      </p:sp>
    </p:spTree>
    <p:extLst>
      <p:ext uri="{BB962C8B-B14F-4D97-AF65-F5344CB8AC3E}">
        <p14:creationId xmlns:p14="http://schemas.microsoft.com/office/powerpoint/2010/main" val="18285493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4ADA2D-14D2-9CFE-B304-AB42271DBD54}"/>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C54BC3E-9BAD-E682-72DD-3A1F940567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8CFEAF8-AC0E-4D69-3047-97066E77BB08}"/>
              </a:ext>
            </a:extLst>
          </p:cNvPr>
          <p:cNvSpPr>
            <a:spLocks noGrp="1"/>
          </p:cNvSpPr>
          <p:nvPr>
            <p:ph type="dt" sz="half" idx="10"/>
          </p:nvPr>
        </p:nvSpPr>
        <p:spPr/>
        <p:txBody>
          <a:bodyPr/>
          <a:lstStyle/>
          <a:p>
            <a:fld id="{87EDBE68-3FAC-4DB1-9922-3A19CBC8AA2F}" type="datetimeFigureOut">
              <a:rPr lang="zh-CN" altLang="en-US" smtClean="0"/>
              <a:t>2025/12/30</a:t>
            </a:fld>
            <a:endParaRPr lang="zh-CN" altLang="en-US"/>
          </a:p>
        </p:txBody>
      </p:sp>
      <p:sp>
        <p:nvSpPr>
          <p:cNvPr id="5" name="页脚占位符 4">
            <a:extLst>
              <a:ext uri="{FF2B5EF4-FFF2-40B4-BE49-F238E27FC236}">
                <a16:creationId xmlns:a16="http://schemas.microsoft.com/office/drawing/2014/main" id="{B949E5BB-5F68-CB7D-B655-F01B970B5F7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90D9AE3-3807-03BF-49F2-D422F5CBE674}"/>
              </a:ext>
            </a:extLst>
          </p:cNvPr>
          <p:cNvSpPr>
            <a:spLocks noGrp="1"/>
          </p:cNvSpPr>
          <p:nvPr>
            <p:ph type="sldNum" sz="quarter" idx="12"/>
          </p:nvPr>
        </p:nvSpPr>
        <p:spPr/>
        <p:txBody>
          <a:bodyPr/>
          <a:lstStyle/>
          <a:p>
            <a:fld id="{AA92FBFA-82A0-4969-9A72-846F6417AD45}" type="slidenum">
              <a:rPr lang="zh-CN" altLang="en-US" smtClean="0"/>
              <a:t>‹#›</a:t>
            </a:fld>
            <a:endParaRPr lang="zh-CN" altLang="en-US"/>
          </a:p>
        </p:txBody>
      </p:sp>
    </p:spTree>
    <p:extLst>
      <p:ext uri="{BB962C8B-B14F-4D97-AF65-F5344CB8AC3E}">
        <p14:creationId xmlns:p14="http://schemas.microsoft.com/office/powerpoint/2010/main" val="3571237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57402C-4795-3FA8-ABFA-B298C61B758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81CB7F2-43F5-46BA-64D3-AC8ABF214C4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616097C-4A44-7165-34F4-5ACE3A8845E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2D2AB24B-6FD7-4918-F7FA-9629AC70146F}"/>
              </a:ext>
            </a:extLst>
          </p:cNvPr>
          <p:cNvSpPr>
            <a:spLocks noGrp="1"/>
          </p:cNvSpPr>
          <p:nvPr>
            <p:ph type="dt" sz="half" idx="10"/>
          </p:nvPr>
        </p:nvSpPr>
        <p:spPr/>
        <p:txBody>
          <a:bodyPr/>
          <a:lstStyle/>
          <a:p>
            <a:fld id="{87EDBE68-3FAC-4DB1-9922-3A19CBC8AA2F}" type="datetimeFigureOut">
              <a:rPr lang="zh-CN" altLang="en-US" smtClean="0"/>
              <a:t>2025/12/30</a:t>
            </a:fld>
            <a:endParaRPr lang="zh-CN" altLang="en-US"/>
          </a:p>
        </p:txBody>
      </p:sp>
      <p:sp>
        <p:nvSpPr>
          <p:cNvPr id="6" name="页脚占位符 5">
            <a:extLst>
              <a:ext uri="{FF2B5EF4-FFF2-40B4-BE49-F238E27FC236}">
                <a16:creationId xmlns:a16="http://schemas.microsoft.com/office/drawing/2014/main" id="{C5376A9B-3B2C-0FFE-E5E2-B64AC5E6100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65E6BC1-6396-509C-EF0F-3AEA137ED1B8}"/>
              </a:ext>
            </a:extLst>
          </p:cNvPr>
          <p:cNvSpPr>
            <a:spLocks noGrp="1"/>
          </p:cNvSpPr>
          <p:nvPr>
            <p:ph type="sldNum" sz="quarter" idx="12"/>
          </p:nvPr>
        </p:nvSpPr>
        <p:spPr/>
        <p:txBody>
          <a:bodyPr/>
          <a:lstStyle/>
          <a:p>
            <a:fld id="{AA92FBFA-82A0-4969-9A72-846F6417AD45}" type="slidenum">
              <a:rPr lang="zh-CN" altLang="en-US" smtClean="0"/>
              <a:t>‹#›</a:t>
            </a:fld>
            <a:endParaRPr lang="zh-CN" altLang="en-US"/>
          </a:p>
        </p:txBody>
      </p:sp>
    </p:spTree>
    <p:extLst>
      <p:ext uri="{BB962C8B-B14F-4D97-AF65-F5344CB8AC3E}">
        <p14:creationId xmlns:p14="http://schemas.microsoft.com/office/powerpoint/2010/main" val="1048782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204CB4-90A2-2EB5-B921-E16CD328B18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4A73042-6E6F-D561-707B-E87AB98A88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729DAD3-8B6F-6659-79B4-17833FF75163}"/>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F265694-E90D-21C3-5622-904994DB18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4152B40-5A81-9F10-236E-5FE9E5FF236B}"/>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3AB7B2B-1BAA-5FF8-1AEE-E09D2598833C}"/>
              </a:ext>
            </a:extLst>
          </p:cNvPr>
          <p:cNvSpPr>
            <a:spLocks noGrp="1"/>
          </p:cNvSpPr>
          <p:nvPr>
            <p:ph type="dt" sz="half" idx="10"/>
          </p:nvPr>
        </p:nvSpPr>
        <p:spPr/>
        <p:txBody>
          <a:bodyPr/>
          <a:lstStyle/>
          <a:p>
            <a:fld id="{87EDBE68-3FAC-4DB1-9922-3A19CBC8AA2F}" type="datetimeFigureOut">
              <a:rPr lang="zh-CN" altLang="en-US" smtClean="0"/>
              <a:t>2025/12/30</a:t>
            </a:fld>
            <a:endParaRPr lang="zh-CN" altLang="en-US"/>
          </a:p>
        </p:txBody>
      </p:sp>
      <p:sp>
        <p:nvSpPr>
          <p:cNvPr id="8" name="页脚占位符 7">
            <a:extLst>
              <a:ext uri="{FF2B5EF4-FFF2-40B4-BE49-F238E27FC236}">
                <a16:creationId xmlns:a16="http://schemas.microsoft.com/office/drawing/2014/main" id="{4A9E6AB9-D102-2A22-9CBA-580EF14E00E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CAF9931-7101-E3EE-C8CB-9222A2D9CFAB}"/>
              </a:ext>
            </a:extLst>
          </p:cNvPr>
          <p:cNvSpPr>
            <a:spLocks noGrp="1"/>
          </p:cNvSpPr>
          <p:nvPr>
            <p:ph type="sldNum" sz="quarter" idx="12"/>
          </p:nvPr>
        </p:nvSpPr>
        <p:spPr/>
        <p:txBody>
          <a:bodyPr/>
          <a:lstStyle/>
          <a:p>
            <a:fld id="{AA92FBFA-82A0-4969-9A72-846F6417AD45}" type="slidenum">
              <a:rPr lang="zh-CN" altLang="en-US" smtClean="0"/>
              <a:t>‹#›</a:t>
            </a:fld>
            <a:endParaRPr lang="zh-CN" altLang="en-US"/>
          </a:p>
        </p:txBody>
      </p:sp>
    </p:spTree>
    <p:extLst>
      <p:ext uri="{BB962C8B-B14F-4D97-AF65-F5344CB8AC3E}">
        <p14:creationId xmlns:p14="http://schemas.microsoft.com/office/powerpoint/2010/main" val="71549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7A2FB2-3A5E-D71A-80DE-82657463BF2A}"/>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BC95B9E-9D82-62E8-1298-15C10D41825E}"/>
              </a:ext>
            </a:extLst>
          </p:cNvPr>
          <p:cNvSpPr>
            <a:spLocks noGrp="1"/>
          </p:cNvSpPr>
          <p:nvPr>
            <p:ph type="dt" sz="half" idx="10"/>
          </p:nvPr>
        </p:nvSpPr>
        <p:spPr/>
        <p:txBody>
          <a:bodyPr/>
          <a:lstStyle/>
          <a:p>
            <a:fld id="{87EDBE68-3FAC-4DB1-9922-3A19CBC8AA2F}" type="datetimeFigureOut">
              <a:rPr lang="zh-CN" altLang="en-US" smtClean="0"/>
              <a:t>2025/12/30</a:t>
            </a:fld>
            <a:endParaRPr lang="zh-CN" altLang="en-US"/>
          </a:p>
        </p:txBody>
      </p:sp>
      <p:sp>
        <p:nvSpPr>
          <p:cNvPr id="4" name="页脚占位符 3">
            <a:extLst>
              <a:ext uri="{FF2B5EF4-FFF2-40B4-BE49-F238E27FC236}">
                <a16:creationId xmlns:a16="http://schemas.microsoft.com/office/drawing/2014/main" id="{46C2C8D7-FBF7-FCD5-20A8-DEE31A93A87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EB2248E-AB9C-066E-A4DA-A473AA115B7D}"/>
              </a:ext>
            </a:extLst>
          </p:cNvPr>
          <p:cNvSpPr>
            <a:spLocks noGrp="1"/>
          </p:cNvSpPr>
          <p:nvPr>
            <p:ph type="sldNum" sz="quarter" idx="12"/>
          </p:nvPr>
        </p:nvSpPr>
        <p:spPr/>
        <p:txBody>
          <a:bodyPr/>
          <a:lstStyle/>
          <a:p>
            <a:fld id="{AA92FBFA-82A0-4969-9A72-846F6417AD45}" type="slidenum">
              <a:rPr lang="zh-CN" altLang="en-US" smtClean="0"/>
              <a:t>‹#›</a:t>
            </a:fld>
            <a:endParaRPr lang="zh-CN" altLang="en-US"/>
          </a:p>
        </p:txBody>
      </p:sp>
    </p:spTree>
    <p:extLst>
      <p:ext uri="{BB962C8B-B14F-4D97-AF65-F5344CB8AC3E}">
        <p14:creationId xmlns:p14="http://schemas.microsoft.com/office/powerpoint/2010/main" val="9604034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6E6F99B-2972-A891-DE7E-30528072095C}"/>
              </a:ext>
            </a:extLst>
          </p:cNvPr>
          <p:cNvSpPr>
            <a:spLocks noGrp="1"/>
          </p:cNvSpPr>
          <p:nvPr>
            <p:ph type="dt" sz="half" idx="10"/>
          </p:nvPr>
        </p:nvSpPr>
        <p:spPr/>
        <p:txBody>
          <a:bodyPr/>
          <a:lstStyle/>
          <a:p>
            <a:fld id="{87EDBE68-3FAC-4DB1-9922-3A19CBC8AA2F}" type="datetimeFigureOut">
              <a:rPr lang="zh-CN" altLang="en-US" smtClean="0"/>
              <a:t>2025/12/30</a:t>
            </a:fld>
            <a:endParaRPr lang="zh-CN" altLang="en-US"/>
          </a:p>
        </p:txBody>
      </p:sp>
      <p:sp>
        <p:nvSpPr>
          <p:cNvPr id="3" name="页脚占位符 2">
            <a:extLst>
              <a:ext uri="{FF2B5EF4-FFF2-40B4-BE49-F238E27FC236}">
                <a16:creationId xmlns:a16="http://schemas.microsoft.com/office/drawing/2014/main" id="{1D321288-B8E6-61B6-04B9-6AE1F997572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FF209C3-C936-365B-73AD-E5650F7F0105}"/>
              </a:ext>
            </a:extLst>
          </p:cNvPr>
          <p:cNvSpPr>
            <a:spLocks noGrp="1"/>
          </p:cNvSpPr>
          <p:nvPr>
            <p:ph type="sldNum" sz="quarter" idx="12"/>
          </p:nvPr>
        </p:nvSpPr>
        <p:spPr/>
        <p:txBody>
          <a:bodyPr/>
          <a:lstStyle/>
          <a:p>
            <a:fld id="{AA92FBFA-82A0-4969-9A72-846F6417AD45}" type="slidenum">
              <a:rPr lang="zh-CN" altLang="en-US" smtClean="0"/>
              <a:t>‹#›</a:t>
            </a:fld>
            <a:endParaRPr lang="zh-CN" altLang="en-US"/>
          </a:p>
        </p:txBody>
      </p:sp>
    </p:spTree>
    <p:extLst>
      <p:ext uri="{BB962C8B-B14F-4D97-AF65-F5344CB8AC3E}">
        <p14:creationId xmlns:p14="http://schemas.microsoft.com/office/powerpoint/2010/main" val="2034766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9FCC01-0D76-9721-A49F-749522BB869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04D459B-5336-4C1C-CB0A-1D0D90C574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C209869-DB97-CB83-524C-D0344BDCF5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697AA13-AD89-DFFD-CF89-DE56897E913A}"/>
              </a:ext>
            </a:extLst>
          </p:cNvPr>
          <p:cNvSpPr>
            <a:spLocks noGrp="1"/>
          </p:cNvSpPr>
          <p:nvPr>
            <p:ph type="dt" sz="half" idx="10"/>
          </p:nvPr>
        </p:nvSpPr>
        <p:spPr/>
        <p:txBody>
          <a:bodyPr/>
          <a:lstStyle/>
          <a:p>
            <a:fld id="{87EDBE68-3FAC-4DB1-9922-3A19CBC8AA2F}" type="datetimeFigureOut">
              <a:rPr lang="zh-CN" altLang="en-US" smtClean="0"/>
              <a:t>2025/12/30</a:t>
            </a:fld>
            <a:endParaRPr lang="zh-CN" altLang="en-US"/>
          </a:p>
        </p:txBody>
      </p:sp>
      <p:sp>
        <p:nvSpPr>
          <p:cNvPr id="6" name="页脚占位符 5">
            <a:extLst>
              <a:ext uri="{FF2B5EF4-FFF2-40B4-BE49-F238E27FC236}">
                <a16:creationId xmlns:a16="http://schemas.microsoft.com/office/drawing/2014/main" id="{74123ECE-6354-FFD4-4F25-B104E4DF032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4264403-C7F1-736B-8D4D-497E3199E344}"/>
              </a:ext>
            </a:extLst>
          </p:cNvPr>
          <p:cNvSpPr>
            <a:spLocks noGrp="1"/>
          </p:cNvSpPr>
          <p:nvPr>
            <p:ph type="sldNum" sz="quarter" idx="12"/>
          </p:nvPr>
        </p:nvSpPr>
        <p:spPr/>
        <p:txBody>
          <a:bodyPr/>
          <a:lstStyle/>
          <a:p>
            <a:fld id="{AA92FBFA-82A0-4969-9A72-846F6417AD45}" type="slidenum">
              <a:rPr lang="zh-CN" altLang="en-US" smtClean="0"/>
              <a:t>‹#›</a:t>
            </a:fld>
            <a:endParaRPr lang="zh-CN" altLang="en-US"/>
          </a:p>
        </p:txBody>
      </p:sp>
    </p:spTree>
    <p:extLst>
      <p:ext uri="{BB962C8B-B14F-4D97-AF65-F5344CB8AC3E}">
        <p14:creationId xmlns:p14="http://schemas.microsoft.com/office/powerpoint/2010/main" val="4115712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2D8607-A5BD-C973-8F48-CCD477744DF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804DA7B-3E11-2431-6ADF-43CC501D84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59371534-5773-01EA-C061-4A6656A955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DE3805E-18EE-03AB-4ADA-6B445BAA2BDF}"/>
              </a:ext>
            </a:extLst>
          </p:cNvPr>
          <p:cNvSpPr>
            <a:spLocks noGrp="1"/>
          </p:cNvSpPr>
          <p:nvPr>
            <p:ph type="dt" sz="half" idx="10"/>
          </p:nvPr>
        </p:nvSpPr>
        <p:spPr/>
        <p:txBody>
          <a:bodyPr/>
          <a:lstStyle/>
          <a:p>
            <a:fld id="{87EDBE68-3FAC-4DB1-9922-3A19CBC8AA2F}" type="datetimeFigureOut">
              <a:rPr lang="zh-CN" altLang="en-US" smtClean="0"/>
              <a:t>2025/12/30</a:t>
            </a:fld>
            <a:endParaRPr lang="zh-CN" altLang="en-US"/>
          </a:p>
        </p:txBody>
      </p:sp>
      <p:sp>
        <p:nvSpPr>
          <p:cNvPr id="6" name="页脚占位符 5">
            <a:extLst>
              <a:ext uri="{FF2B5EF4-FFF2-40B4-BE49-F238E27FC236}">
                <a16:creationId xmlns:a16="http://schemas.microsoft.com/office/drawing/2014/main" id="{B875B830-E801-93A3-753B-6A1FDB0A8DB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893632B-9A00-4618-5E8F-C611C03D7ABF}"/>
              </a:ext>
            </a:extLst>
          </p:cNvPr>
          <p:cNvSpPr>
            <a:spLocks noGrp="1"/>
          </p:cNvSpPr>
          <p:nvPr>
            <p:ph type="sldNum" sz="quarter" idx="12"/>
          </p:nvPr>
        </p:nvSpPr>
        <p:spPr/>
        <p:txBody>
          <a:bodyPr/>
          <a:lstStyle/>
          <a:p>
            <a:fld id="{AA92FBFA-82A0-4969-9A72-846F6417AD45}" type="slidenum">
              <a:rPr lang="zh-CN" altLang="en-US" smtClean="0"/>
              <a:t>‹#›</a:t>
            </a:fld>
            <a:endParaRPr lang="zh-CN" altLang="en-US"/>
          </a:p>
        </p:txBody>
      </p:sp>
    </p:spTree>
    <p:extLst>
      <p:ext uri="{BB962C8B-B14F-4D97-AF65-F5344CB8AC3E}">
        <p14:creationId xmlns:p14="http://schemas.microsoft.com/office/powerpoint/2010/main" val="2865167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469596-6EF9-82AB-7D58-6803395DA60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CD99E380-3966-70EF-3BCE-C429462B2E5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D8EF214-B960-0358-54CB-2A030CB67470}"/>
              </a:ext>
            </a:extLst>
          </p:cNvPr>
          <p:cNvSpPr>
            <a:spLocks noGrp="1"/>
          </p:cNvSpPr>
          <p:nvPr>
            <p:ph type="dt" sz="half" idx="10"/>
          </p:nvPr>
        </p:nvSpPr>
        <p:spPr/>
        <p:txBody>
          <a:bodyPr/>
          <a:lstStyle/>
          <a:p>
            <a:fld id="{87EDBE68-3FAC-4DB1-9922-3A19CBC8AA2F}" type="datetimeFigureOut">
              <a:rPr lang="zh-CN" altLang="en-US" smtClean="0"/>
              <a:t>2025/12/30</a:t>
            </a:fld>
            <a:endParaRPr lang="zh-CN" altLang="en-US"/>
          </a:p>
        </p:txBody>
      </p:sp>
      <p:sp>
        <p:nvSpPr>
          <p:cNvPr id="5" name="页脚占位符 4">
            <a:extLst>
              <a:ext uri="{FF2B5EF4-FFF2-40B4-BE49-F238E27FC236}">
                <a16:creationId xmlns:a16="http://schemas.microsoft.com/office/drawing/2014/main" id="{5619321F-1D03-271B-38A4-4A8DB3E09C0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2A04079-5CB7-F1BB-CB82-F5AC2935E8FF}"/>
              </a:ext>
            </a:extLst>
          </p:cNvPr>
          <p:cNvSpPr>
            <a:spLocks noGrp="1"/>
          </p:cNvSpPr>
          <p:nvPr>
            <p:ph type="sldNum" sz="quarter" idx="12"/>
          </p:nvPr>
        </p:nvSpPr>
        <p:spPr/>
        <p:txBody>
          <a:bodyPr/>
          <a:lstStyle/>
          <a:p>
            <a:fld id="{AA92FBFA-82A0-4969-9A72-846F6417AD45}" type="slidenum">
              <a:rPr lang="zh-CN" altLang="en-US" smtClean="0"/>
              <a:t>‹#›</a:t>
            </a:fld>
            <a:endParaRPr lang="zh-CN" altLang="en-US"/>
          </a:p>
        </p:txBody>
      </p:sp>
    </p:spTree>
    <p:extLst>
      <p:ext uri="{BB962C8B-B14F-4D97-AF65-F5344CB8AC3E}">
        <p14:creationId xmlns:p14="http://schemas.microsoft.com/office/powerpoint/2010/main" val="783520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2557D52-43CC-64C2-9461-2634960E19D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F926E7E-4A67-D766-B9A4-2C5DD746F75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F75E466-31E7-7E37-06DC-2417E97015ED}"/>
              </a:ext>
            </a:extLst>
          </p:cNvPr>
          <p:cNvSpPr>
            <a:spLocks noGrp="1"/>
          </p:cNvSpPr>
          <p:nvPr>
            <p:ph type="dt" sz="half" idx="10"/>
          </p:nvPr>
        </p:nvSpPr>
        <p:spPr/>
        <p:txBody>
          <a:bodyPr/>
          <a:lstStyle/>
          <a:p>
            <a:fld id="{87EDBE68-3FAC-4DB1-9922-3A19CBC8AA2F}" type="datetimeFigureOut">
              <a:rPr lang="zh-CN" altLang="en-US" smtClean="0"/>
              <a:t>2025/12/30</a:t>
            </a:fld>
            <a:endParaRPr lang="zh-CN" altLang="en-US"/>
          </a:p>
        </p:txBody>
      </p:sp>
      <p:sp>
        <p:nvSpPr>
          <p:cNvPr id="5" name="页脚占位符 4">
            <a:extLst>
              <a:ext uri="{FF2B5EF4-FFF2-40B4-BE49-F238E27FC236}">
                <a16:creationId xmlns:a16="http://schemas.microsoft.com/office/drawing/2014/main" id="{CC1F6E55-D3F2-BD28-BBBE-9E67F736D16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18C9BF8-ED9E-DDFA-2C94-91592278ABB0}"/>
              </a:ext>
            </a:extLst>
          </p:cNvPr>
          <p:cNvSpPr>
            <a:spLocks noGrp="1"/>
          </p:cNvSpPr>
          <p:nvPr>
            <p:ph type="sldNum" sz="quarter" idx="12"/>
          </p:nvPr>
        </p:nvSpPr>
        <p:spPr/>
        <p:txBody>
          <a:bodyPr/>
          <a:lstStyle/>
          <a:p>
            <a:fld id="{AA92FBFA-82A0-4969-9A72-846F6417AD45}" type="slidenum">
              <a:rPr lang="zh-CN" altLang="en-US" smtClean="0"/>
              <a:t>‹#›</a:t>
            </a:fld>
            <a:endParaRPr lang="zh-CN" altLang="en-US"/>
          </a:p>
        </p:txBody>
      </p:sp>
    </p:spTree>
    <p:extLst>
      <p:ext uri="{BB962C8B-B14F-4D97-AF65-F5344CB8AC3E}">
        <p14:creationId xmlns:p14="http://schemas.microsoft.com/office/powerpoint/2010/main" val="6883477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A29D15B5-3982-2A8B-5297-2A20DD22F1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67320F4-C007-A937-F57C-C7FF553579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163E03C-7B6D-950B-211D-6BABDB1E5A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EDBE68-3FAC-4DB1-9922-3A19CBC8AA2F}" type="datetimeFigureOut">
              <a:rPr lang="zh-CN" altLang="en-US" smtClean="0"/>
              <a:t>2025/12/30</a:t>
            </a:fld>
            <a:endParaRPr lang="zh-CN" altLang="en-US"/>
          </a:p>
        </p:txBody>
      </p:sp>
      <p:sp>
        <p:nvSpPr>
          <p:cNvPr id="5" name="页脚占位符 4">
            <a:extLst>
              <a:ext uri="{FF2B5EF4-FFF2-40B4-BE49-F238E27FC236}">
                <a16:creationId xmlns:a16="http://schemas.microsoft.com/office/drawing/2014/main" id="{371F9F3F-A899-5903-7060-9D6EB48D57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F25A9DC-D012-4A5E-6ECC-B057B9D0D6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92FBFA-82A0-4969-9A72-846F6417AD45}" type="slidenum">
              <a:rPr lang="zh-CN" altLang="en-US" smtClean="0"/>
              <a:t>‹#›</a:t>
            </a:fld>
            <a:endParaRPr lang="zh-CN" altLang="en-US"/>
          </a:p>
        </p:txBody>
      </p:sp>
    </p:spTree>
    <p:extLst>
      <p:ext uri="{BB962C8B-B14F-4D97-AF65-F5344CB8AC3E}">
        <p14:creationId xmlns:p14="http://schemas.microsoft.com/office/powerpoint/2010/main" val="41335003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7.xml"/><Relationship Id="rId5" Type="http://schemas.openxmlformats.org/officeDocument/2006/relationships/image" Target="../media/image5.jp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jp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5.png"/><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3323A6-C583-24D0-A2E9-1C1EDFA5CA63}"/>
              </a:ext>
            </a:extLst>
          </p:cNvPr>
          <p:cNvSpPr>
            <a:spLocks noGrp="1"/>
          </p:cNvSpPr>
          <p:nvPr>
            <p:ph type="ctrTitle"/>
          </p:nvPr>
        </p:nvSpPr>
        <p:spPr>
          <a:xfrm>
            <a:off x="1524000" y="1041400"/>
            <a:ext cx="9144000" cy="2387600"/>
          </a:xfrm>
        </p:spPr>
        <p:txBody>
          <a:bodyPr/>
          <a:lstStyle/>
          <a:p>
            <a:r>
              <a:rPr lang="en-US" altLang="zh-CN" dirty="0" err="1"/>
              <a:t>Github</a:t>
            </a:r>
            <a:r>
              <a:rPr lang="zh-CN" altLang="en-US" dirty="0"/>
              <a:t>项目智能搜索引擎</a:t>
            </a:r>
          </a:p>
        </p:txBody>
      </p:sp>
      <p:sp>
        <p:nvSpPr>
          <p:cNvPr id="3" name="副标题 2">
            <a:extLst>
              <a:ext uri="{FF2B5EF4-FFF2-40B4-BE49-F238E27FC236}">
                <a16:creationId xmlns:a16="http://schemas.microsoft.com/office/drawing/2014/main" id="{1A9ABFBC-CF72-E4D1-31FA-C013D05CF7FF}"/>
              </a:ext>
            </a:extLst>
          </p:cNvPr>
          <p:cNvSpPr>
            <a:spLocks noGrp="1"/>
          </p:cNvSpPr>
          <p:nvPr>
            <p:ph type="subTitle" idx="1"/>
          </p:nvPr>
        </p:nvSpPr>
        <p:spPr>
          <a:xfrm>
            <a:off x="1524000" y="4857420"/>
            <a:ext cx="9144000" cy="1655762"/>
          </a:xfrm>
        </p:spPr>
        <p:txBody>
          <a:bodyPr>
            <a:normAutofit/>
          </a:bodyPr>
          <a:lstStyle/>
          <a:p>
            <a:r>
              <a:rPr lang="zh-CN" altLang="en-US" sz="2000" dirty="0"/>
              <a:t>队长：马健原    队员：李思莹</a:t>
            </a:r>
            <a:endParaRPr lang="en-US" altLang="zh-CN" sz="2000" dirty="0"/>
          </a:p>
          <a:p>
            <a:r>
              <a:rPr lang="zh-CN" altLang="en-US" sz="2000" dirty="0"/>
              <a:t>开源项目来源：“</a:t>
            </a:r>
            <a:r>
              <a:rPr lang="en-US" altLang="zh-CN" sz="2000" dirty="0" err="1"/>
              <a:t>OpenRank</a:t>
            </a:r>
            <a:r>
              <a:rPr lang="zh-CN" altLang="en-US" sz="2000" dirty="0"/>
              <a:t>杯”开源数字生态分析与应用创新赛</a:t>
            </a:r>
            <a:endParaRPr lang="en-US" altLang="zh-CN" sz="2000" dirty="0"/>
          </a:p>
        </p:txBody>
      </p:sp>
      <p:sp>
        <p:nvSpPr>
          <p:cNvPr id="4" name="文本框 3">
            <a:extLst>
              <a:ext uri="{FF2B5EF4-FFF2-40B4-BE49-F238E27FC236}">
                <a16:creationId xmlns:a16="http://schemas.microsoft.com/office/drawing/2014/main" id="{C7C19B44-7D4C-237A-739B-67668EB43B96}"/>
              </a:ext>
            </a:extLst>
          </p:cNvPr>
          <p:cNvSpPr txBox="1"/>
          <p:nvPr/>
        </p:nvSpPr>
        <p:spPr>
          <a:xfrm>
            <a:off x="4534514" y="3450712"/>
            <a:ext cx="3122971" cy="461665"/>
          </a:xfrm>
          <a:prstGeom prst="rect">
            <a:avLst/>
          </a:prstGeom>
          <a:noFill/>
        </p:spPr>
        <p:txBody>
          <a:bodyPr wrap="none" rtlCol="0">
            <a:spAutoFit/>
          </a:bodyPr>
          <a:lstStyle/>
          <a:p>
            <a:r>
              <a:rPr lang="zh-CN" altLang="en-US" sz="2400" dirty="0"/>
              <a:t>（</a:t>
            </a:r>
            <a:r>
              <a:rPr lang="en-US" altLang="zh-CN" sz="2400" dirty="0"/>
              <a:t>AI</a:t>
            </a:r>
            <a:r>
              <a:rPr lang="zh-CN" altLang="en-US" sz="2400" dirty="0"/>
              <a:t>搜索</a:t>
            </a:r>
            <a:r>
              <a:rPr lang="en-US" altLang="zh-CN" sz="2400" dirty="0"/>
              <a:t>+</a:t>
            </a:r>
            <a:r>
              <a:rPr lang="zh-CN" altLang="en-US" sz="2400" dirty="0"/>
              <a:t>数据大屏）</a:t>
            </a:r>
          </a:p>
        </p:txBody>
      </p:sp>
    </p:spTree>
    <p:extLst>
      <p:ext uri="{BB962C8B-B14F-4D97-AF65-F5344CB8AC3E}">
        <p14:creationId xmlns:p14="http://schemas.microsoft.com/office/powerpoint/2010/main" val="353920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CFFEBC1-EEB6-5C59-EA3C-B9CFB70AEDCC}"/>
              </a:ext>
            </a:extLst>
          </p:cNvPr>
          <p:cNvSpPr txBox="1"/>
          <p:nvPr/>
        </p:nvSpPr>
        <p:spPr>
          <a:xfrm>
            <a:off x="4208303" y="85344"/>
            <a:ext cx="3775393" cy="707886"/>
          </a:xfrm>
          <a:prstGeom prst="rect">
            <a:avLst/>
          </a:prstGeom>
          <a:noFill/>
        </p:spPr>
        <p:txBody>
          <a:bodyPr wrap="none" rtlCol="0">
            <a:spAutoFit/>
          </a:bodyPr>
          <a:lstStyle/>
          <a:p>
            <a:r>
              <a:rPr lang="zh-CN" altLang="en-US" sz="4000" dirty="0">
                <a:latin typeface="+mj-lt"/>
              </a:rPr>
              <a:t>数据处理与分析</a:t>
            </a:r>
          </a:p>
        </p:txBody>
      </p:sp>
      <p:sp>
        <p:nvSpPr>
          <p:cNvPr id="3" name="文本框 2">
            <a:extLst>
              <a:ext uri="{FF2B5EF4-FFF2-40B4-BE49-F238E27FC236}">
                <a16:creationId xmlns:a16="http://schemas.microsoft.com/office/drawing/2014/main" id="{95ED6A24-77E5-66AF-2BF7-53BFEA768B0D}"/>
              </a:ext>
            </a:extLst>
          </p:cNvPr>
          <p:cNvSpPr txBox="1"/>
          <p:nvPr/>
        </p:nvSpPr>
        <p:spPr>
          <a:xfrm>
            <a:off x="1230724" y="1780032"/>
            <a:ext cx="10772501" cy="400110"/>
          </a:xfrm>
          <a:prstGeom prst="rect">
            <a:avLst/>
          </a:prstGeom>
          <a:noFill/>
        </p:spPr>
        <p:txBody>
          <a:bodyPr wrap="none" rtlCol="0">
            <a:spAutoFit/>
          </a:bodyPr>
          <a:lstStyle/>
          <a:p>
            <a:r>
              <a:rPr lang="en-US" altLang="zh-CN" dirty="0">
                <a:sym typeface="Wingdings" panose="05000000000000000000" pitchFamily="2" charset="2"/>
              </a:rPr>
              <a:t>   </a:t>
            </a:r>
            <a:r>
              <a:rPr lang="zh-CN" altLang="en-US" sz="2000" dirty="0"/>
              <a:t>数据格式预处理（</a:t>
            </a:r>
            <a:r>
              <a:rPr lang="en-US" altLang="zh-CN" sz="2000" dirty="0"/>
              <a:t>pandas</a:t>
            </a:r>
            <a:r>
              <a:rPr lang="zh-CN" altLang="en-US" sz="2000" dirty="0"/>
              <a:t>） </a:t>
            </a:r>
            <a:r>
              <a:rPr lang="en-US" altLang="zh-CN" sz="2000" dirty="0">
                <a:sym typeface="Wingdings" panose="05000000000000000000" pitchFamily="2" charset="2"/>
              </a:rPr>
              <a:t>   </a:t>
            </a:r>
            <a:r>
              <a:rPr lang="zh-CN" altLang="en-US" sz="2000" dirty="0">
                <a:sym typeface="Wingdings" panose="05000000000000000000" pitchFamily="2" charset="2"/>
              </a:rPr>
              <a:t>数据查看与初步分析（</a:t>
            </a:r>
            <a:r>
              <a:rPr lang="en-US" altLang="zh-CN" sz="2000" dirty="0" err="1">
                <a:sym typeface="Wingdings" panose="05000000000000000000" pitchFamily="2" charset="2"/>
              </a:rPr>
              <a:t>SQLBot</a:t>
            </a:r>
            <a:r>
              <a:rPr lang="zh-CN" altLang="en-US" sz="2000" dirty="0">
                <a:sym typeface="Wingdings" panose="05000000000000000000" pitchFamily="2" charset="2"/>
              </a:rPr>
              <a:t>）</a:t>
            </a:r>
            <a:r>
              <a:rPr lang="en-US" altLang="zh-CN" sz="2000" dirty="0">
                <a:sym typeface="Wingdings" panose="05000000000000000000" pitchFamily="2" charset="2"/>
              </a:rPr>
              <a:t> </a:t>
            </a:r>
            <a:r>
              <a:rPr lang="zh-CN" altLang="en-US" sz="2000" dirty="0">
                <a:sym typeface="Wingdings" panose="05000000000000000000" pitchFamily="2" charset="2"/>
              </a:rPr>
              <a:t>数据可视化（</a:t>
            </a:r>
            <a:r>
              <a:rPr lang="en-US" altLang="zh-CN" sz="2000" dirty="0">
                <a:sym typeface="Wingdings" panose="05000000000000000000" pitchFamily="2" charset="2"/>
              </a:rPr>
              <a:t>DataEase</a:t>
            </a:r>
            <a:r>
              <a:rPr lang="zh-CN" altLang="en-US" sz="2000" dirty="0">
                <a:sym typeface="Wingdings" panose="05000000000000000000" pitchFamily="2" charset="2"/>
              </a:rPr>
              <a:t>）</a:t>
            </a:r>
            <a:endParaRPr lang="zh-CN" altLang="en-US" sz="2000" dirty="0"/>
          </a:p>
        </p:txBody>
      </p:sp>
      <p:sp>
        <p:nvSpPr>
          <p:cNvPr id="4" name="文本框 3">
            <a:extLst>
              <a:ext uri="{FF2B5EF4-FFF2-40B4-BE49-F238E27FC236}">
                <a16:creationId xmlns:a16="http://schemas.microsoft.com/office/drawing/2014/main" id="{870F139A-DCE5-8FA9-0564-E6AB87A6336F}"/>
              </a:ext>
            </a:extLst>
          </p:cNvPr>
          <p:cNvSpPr txBox="1"/>
          <p:nvPr/>
        </p:nvSpPr>
        <p:spPr>
          <a:xfrm>
            <a:off x="1548384" y="3806130"/>
            <a:ext cx="8752717" cy="400110"/>
          </a:xfrm>
          <a:prstGeom prst="rect">
            <a:avLst/>
          </a:prstGeom>
          <a:noFill/>
        </p:spPr>
        <p:txBody>
          <a:bodyPr wrap="none" rtlCol="0">
            <a:spAutoFit/>
          </a:bodyPr>
          <a:lstStyle/>
          <a:p>
            <a:r>
              <a:rPr lang="en-US" altLang="zh-CN" sz="2000" dirty="0"/>
              <a:t>Json</a:t>
            </a:r>
            <a:r>
              <a:rPr lang="zh-CN" altLang="en-US" sz="2000" dirty="0"/>
              <a:t>文件    </a:t>
            </a:r>
            <a:r>
              <a:rPr lang="en-US" altLang="zh-CN" sz="2000" dirty="0">
                <a:sym typeface="Wingdings" panose="05000000000000000000" pitchFamily="2" charset="2"/>
              </a:rPr>
              <a:t>    excel</a:t>
            </a:r>
            <a:r>
              <a:rPr lang="zh-CN" altLang="en-US" sz="2000" dirty="0">
                <a:sym typeface="Wingdings" panose="05000000000000000000" pitchFamily="2" charset="2"/>
              </a:rPr>
              <a:t>表格  </a:t>
            </a:r>
            <a:r>
              <a:rPr lang="en-US" altLang="zh-CN" sz="2000" dirty="0">
                <a:sym typeface="Wingdings" panose="05000000000000000000" pitchFamily="2" charset="2"/>
              </a:rPr>
              <a:t>             </a:t>
            </a:r>
            <a:r>
              <a:rPr lang="en-US" altLang="zh-CN" sz="2000" dirty="0" err="1">
                <a:sym typeface="Wingdings" panose="05000000000000000000" pitchFamily="2" charset="2"/>
              </a:rPr>
              <a:t>SQLBot</a:t>
            </a:r>
            <a:r>
              <a:rPr lang="zh-CN" altLang="en-US" sz="2000" dirty="0">
                <a:sym typeface="Wingdings" panose="05000000000000000000" pitchFamily="2" charset="2"/>
              </a:rPr>
              <a:t>智能分析                </a:t>
            </a:r>
            <a:r>
              <a:rPr lang="en-US" altLang="zh-CN" sz="2000" dirty="0">
                <a:sym typeface="Wingdings" panose="05000000000000000000" pitchFamily="2" charset="2"/>
              </a:rPr>
              <a:t>  </a:t>
            </a:r>
            <a:r>
              <a:rPr lang="zh-CN" altLang="en-US" sz="2000" dirty="0">
                <a:sym typeface="Wingdings" panose="05000000000000000000" pitchFamily="2" charset="2"/>
              </a:rPr>
              <a:t>数据大屏</a:t>
            </a:r>
            <a:endParaRPr lang="zh-CN" altLang="en-US" sz="2000" dirty="0"/>
          </a:p>
        </p:txBody>
      </p:sp>
      <p:sp>
        <p:nvSpPr>
          <p:cNvPr id="5" name="左大括号 4">
            <a:extLst>
              <a:ext uri="{FF2B5EF4-FFF2-40B4-BE49-F238E27FC236}">
                <a16:creationId xmlns:a16="http://schemas.microsoft.com/office/drawing/2014/main" id="{6B4F1D36-426E-B8F5-18E7-4B560E9BA5CD}"/>
              </a:ext>
            </a:extLst>
          </p:cNvPr>
          <p:cNvSpPr/>
          <p:nvPr/>
        </p:nvSpPr>
        <p:spPr>
          <a:xfrm>
            <a:off x="902208" y="1780032"/>
            <a:ext cx="646176" cy="2426208"/>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8762501F-2E39-436B-8995-4668D43197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88750" y="2504271"/>
            <a:ext cx="1465692" cy="924729"/>
          </a:xfrm>
          <a:prstGeom prst="rect">
            <a:avLst/>
          </a:prstGeom>
        </p:spPr>
      </p:pic>
      <p:pic>
        <p:nvPicPr>
          <p:cNvPr id="9" name="图片 8">
            <a:extLst>
              <a:ext uri="{FF2B5EF4-FFF2-40B4-BE49-F238E27FC236}">
                <a16:creationId xmlns:a16="http://schemas.microsoft.com/office/drawing/2014/main" id="{046B1DC6-CE30-C099-15AD-7375A3164C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92287" y="2498023"/>
            <a:ext cx="1849374" cy="930977"/>
          </a:xfrm>
          <a:prstGeom prst="rect">
            <a:avLst/>
          </a:prstGeom>
        </p:spPr>
      </p:pic>
      <p:pic>
        <p:nvPicPr>
          <p:cNvPr id="11" name="图片 10">
            <a:extLst>
              <a:ext uri="{FF2B5EF4-FFF2-40B4-BE49-F238E27FC236}">
                <a16:creationId xmlns:a16="http://schemas.microsoft.com/office/drawing/2014/main" id="{5A233079-761F-6E15-39CB-278E7122B20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33383" y="2530771"/>
            <a:ext cx="3269842" cy="924729"/>
          </a:xfrm>
          <a:prstGeom prst="rect">
            <a:avLst/>
          </a:prstGeom>
        </p:spPr>
      </p:pic>
    </p:spTree>
    <p:extLst>
      <p:ext uri="{BB962C8B-B14F-4D97-AF65-F5344CB8AC3E}">
        <p14:creationId xmlns:p14="http://schemas.microsoft.com/office/powerpoint/2010/main" val="1677467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FD348A2-CE57-3C12-E3E6-01D883FACE5C}"/>
              </a:ext>
            </a:extLst>
          </p:cNvPr>
          <p:cNvSpPr txBox="1"/>
          <p:nvPr/>
        </p:nvSpPr>
        <p:spPr>
          <a:xfrm>
            <a:off x="4319451" y="139461"/>
            <a:ext cx="3749744" cy="400110"/>
          </a:xfrm>
          <a:prstGeom prst="rect">
            <a:avLst/>
          </a:prstGeom>
          <a:noFill/>
        </p:spPr>
        <p:txBody>
          <a:bodyPr wrap="none" rtlCol="0">
            <a:spAutoFit/>
          </a:bodyPr>
          <a:lstStyle/>
          <a:p>
            <a:r>
              <a:rPr lang="zh-CN" altLang="en-US" sz="2000" dirty="0">
                <a:latin typeface="+mj-lt"/>
              </a:rPr>
              <a:t>数据大屏成果展示图（仅部分</a:t>
            </a:r>
            <a:r>
              <a:rPr lang="zh-CN" altLang="en-US" dirty="0"/>
              <a:t>）</a:t>
            </a:r>
          </a:p>
        </p:txBody>
      </p:sp>
      <p:pic>
        <p:nvPicPr>
          <p:cNvPr id="6" name="图片 5">
            <a:extLst>
              <a:ext uri="{FF2B5EF4-FFF2-40B4-BE49-F238E27FC236}">
                <a16:creationId xmlns:a16="http://schemas.microsoft.com/office/drawing/2014/main" id="{93E1D65B-0A47-155E-ED33-44BF898AE9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047" y="1460418"/>
            <a:ext cx="6034276" cy="5258121"/>
          </a:xfrm>
          <a:prstGeom prst="rect">
            <a:avLst/>
          </a:prstGeom>
        </p:spPr>
      </p:pic>
      <p:pic>
        <p:nvPicPr>
          <p:cNvPr id="8" name="图片 7">
            <a:extLst>
              <a:ext uri="{FF2B5EF4-FFF2-40B4-BE49-F238E27FC236}">
                <a16:creationId xmlns:a16="http://schemas.microsoft.com/office/drawing/2014/main" id="{577DC6D4-7600-7993-DD55-7C184232E2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92028" y="577212"/>
            <a:ext cx="6306165" cy="3358937"/>
          </a:xfrm>
          <a:prstGeom prst="rect">
            <a:avLst/>
          </a:prstGeom>
        </p:spPr>
      </p:pic>
      <p:pic>
        <p:nvPicPr>
          <p:cNvPr id="4" name="图片 3">
            <a:extLst>
              <a:ext uri="{FF2B5EF4-FFF2-40B4-BE49-F238E27FC236}">
                <a16:creationId xmlns:a16="http://schemas.microsoft.com/office/drawing/2014/main" id="{95D28EF4-5C76-7AA8-6A6E-B2C8EDEAF2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56376" y="1905745"/>
            <a:ext cx="7435624" cy="4561856"/>
          </a:xfrm>
          <a:prstGeom prst="rect">
            <a:avLst/>
          </a:prstGeom>
        </p:spPr>
      </p:pic>
    </p:spTree>
    <p:extLst>
      <p:ext uri="{BB962C8B-B14F-4D97-AF65-F5344CB8AC3E}">
        <p14:creationId xmlns:p14="http://schemas.microsoft.com/office/powerpoint/2010/main" val="5939663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F5CD7EC-A55E-79BC-CAD8-81925E13B278}"/>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4F52FBDA-D1C9-298D-64EF-8B5974CCB547}"/>
              </a:ext>
            </a:extLst>
          </p:cNvPr>
          <p:cNvSpPr txBox="1"/>
          <p:nvPr/>
        </p:nvSpPr>
        <p:spPr>
          <a:xfrm>
            <a:off x="5080337" y="245807"/>
            <a:ext cx="2236510" cy="400110"/>
          </a:xfrm>
          <a:prstGeom prst="rect">
            <a:avLst/>
          </a:prstGeom>
          <a:noFill/>
        </p:spPr>
        <p:txBody>
          <a:bodyPr wrap="none" rtlCol="0">
            <a:spAutoFit/>
          </a:bodyPr>
          <a:lstStyle/>
          <a:p>
            <a:r>
              <a:rPr lang="zh-CN" altLang="en-US" sz="2000" dirty="0"/>
              <a:t>数据大屏内容介绍</a:t>
            </a:r>
          </a:p>
        </p:txBody>
      </p:sp>
      <p:sp>
        <p:nvSpPr>
          <p:cNvPr id="3" name="文本框 2">
            <a:extLst>
              <a:ext uri="{FF2B5EF4-FFF2-40B4-BE49-F238E27FC236}">
                <a16:creationId xmlns:a16="http://schemas.microsoft.com/office/drawing/2014/main" id="{355C6286-BC7F-6BEA-35EE-9CB1AD4480BF}"/>
              </a:ext>
            </a:extLst>
          </p:cNvPr>
          <p:cNvSpPr txBox="1"/>
          <p:nvPr/>
        </p:nvSpPr>
        <p:spPr>
          <a:xfrm>
            <a:off x="668593" y="1091381"/>
            <a:ext cx="3005731" cy="1231106"/>
          </a:xfrm>
          <a:prstGeom prst="rect">
            <a:avLst/>
          </a:prstGeom>
          <a:noFill/>
        </p:spPr>
        <p:txBody>
          <a:bodyPr wrap="square" rtlCol="0">
            <a:spAutoFit/>
          </a:bodyPr>
          <a:lstStyle/>
          <a:p>
            <a:r>
              <a:rPr lang="en-US" altLang="zh-CN" dirty="0"/>
              <a:t>1</a:t>
            </a:r>
            <a:r>
              <a:rPr lang="zh-CN" altLang="en-US" dirty="0"/>
              <a:t>、浏览类</a:t>
            </a:r>
            <a:endParaRPr lang="en-US" altLang="zh-CN" dirty="0"/>
          </a:p>
          <a:p>
            <a:r>
              <a:rPr lang="zh-CN" altLang="en-US" sz="1400" dirty="0"/>
              <a:t>宏观浏览所有项目的特定指标。其中，表格排列方式为降序排列，柱状图使用缩略轴，观看数据更加清晰方便。</a:t>
            </a:r>
          </a:p>
        </p:txBody>
      </p:sp>
      <p:sp>
        <p:nvSpPr>
          <p:cNvPr id="4" name="文本框 3">
            <a:extLst>
              <a:ext uri="{FF2B5EF4-FFF2-40B4-BE49-F238E27FC236}">
                <a16:creationId xmlns:a16="http://schemas.microsoft.com/office/drawing/2014/main" id="{D6DC46CA-F158-BA6C-4AB0-B24FB63E7F9A}"/>
              </a:ext>
            </a:extLst>
          </p:cNvPr>
          <p:cNvSpPr txBox="1"/>
          <p:nvPr/>
        </p:nvSpPr>
        <p:spPr>
          <a:xfrm>
            <a:off x="3093882" y="3804101"/>
            <a:ext cx="2448233" cy="1231106"/>
          </a:xfrm>
          <a:prstGeom prst="rect">
            <a:avLst/>
          </a:prstGeom>
          <a:noFill/>
        </p:spPr>
        <p:txBody>
          <a:bodyPr wrap="square" rtlCol="0">
            <a:spAutoFit/>
          </a:bodyPr>
          <a:lstStyle/>
          <a:p>
            <a:r>
              <a:rPr lang="en-US" altLang="zh-CN" dirty="0"/>
              <a:t>2</a:t>
            </a:r>
            <a:r>
              <a:rPr lang="zh-CN" altLang="en-US" dirty="0"/>
              <a:t>、对照类</a:t>
            </a:r>
            <a:endParaRPr lang="en-US" altLang="zh-CN" dirty="0"/>
          </a:p>
          <a:p>
            <a:r>
              <a:rPr lang="zh-CN" altLang="en-US" sz="1400" dirty="0"/>
              <a:t>将几个相关的数据放在同一个柱状图中（如最新数据值和平均数据值），形成鲜明对比或参照。</a:t>
            </a:r>
          </a:p>
        </p:txBody>
      </p:sp>
      <p:sp>
        <p:nvSpPr>
          <p:cNvPr id="5" name="文本框 4">
            <a:extLst>
              <a:ext uri="{FF2B5EF4-FFF2-40B4-BE49-F238E27FC236}">
                <a16:creationId xmlns:a16="http://schemas.microsoft.com/office/drawing/2014/main" id="{8868F102-24A1-D55F-0A9C-5066478C1B47}"/>
              </a:ext>
            </a:extLst>
          </p:cNvPr>
          <p:cNvSpPr txBox="1"/>
          <p:nvPr/>
        </p:nvSpPr>
        <p:spPr>
          <a:xfrm>
            <a:off x="6293874" y="1193956"/>
            <a:ext cx="2151626" cy="1015663"/>
          </a:xfrm>
          <a:prstGeom prst="rect">
            <a:avLst/>
          </a:prstGeom>
          <a:noFill/>
        </p:spPr>
        <p:txBody>
          <a:bodyPr wrap="square" rtlCol="0">
            <a:spAutoFit/>
          </a:bodyPr>
          <a:lstStyle/>
          <a:p>
            <a:r>
              <a:rPr lang="en-US" altLang="zh-CN" dirty="0"/>
              <a:t>3</a:t>
            </a:r>
            <a:r>
              <a:rPr lang="zh-CN" altLang="en-US" dirty="0"/>
              <a:t>、特定项目查询</a:t>
            </a:r>
            <a:endParaRPr lang="en-US" altLang="zh-CN" dirty="0"/>
          </a:p>
          <a:p>
            <a:r>
              <a:rPr lang="zh-CN" altLang="en-US" sz="1400" dirty="0"/>
              <a:t>添加查询组件，可直接搜索项目名称获取对应项目的特定指标</a:t>
            </a:r>
          </a:p>
        </p:txBody>
      </p:sp>
      <p:sp>
        <p:nvSpPr>
          <p:cNvPr id="6" name="文本框 5">
            <a:extLst>
              <a:ext uri="{FF2B5EF4-FFF2-40B4-BE49-F238E27FC236}">
                <a16:creationId xmlns:a16="http://schemas.microsoft.com/office/drawing/2014/main" id="{778190B4-5204-DD08-19CC-EA23906C16B2}"/>
              </a:ext>
            </a:extLst>
          </p:cNvPr>
          <p:cNvSpPr txBox="1"/>
          <p:nvPr/>
        </p:nvSpPr>
        <p:spPr>
          <a:xfrm>
            <a:off x="9123680" y="3804101"/>
            <a:ext cx="3068320" cy="800219"/>
          </a:xfrm>
          <a:prstGeom prst="rect">
            <a:avLst/>
          </a:prstGeom>
          <a:noFill/>
        </p:spPr>
        <p:txBody>
          <a:bodyPr wrap="square" rtlCol="0">
            <a:spAutoFit/>
          </a:bodyPr>
          <a:lstStyle/>
          <a:p>
            <a:r>
              <a:rPr lang="en-US" altLang="zh-CN" dirty="0"/>
              <a:t>4</a:t>
            </a:r>
            <a:r>
              <a:rPr lang="zh-CN" altLang="en-US" dirty="0"/>
              <a:t>、词云</a:t>
            </a:r>
            <a:endParaRPr lang="en-US" altLang="zh-CN" dirty="0"/>
          </a:p>
          <a:p>
            <a:r>
              <a:rPr lang="zh-CN" altLang="en-US" sz="1400" dirty="0"/>
              <a:t>选取重要特征值，将该特征值的</a:t>
            </a:r>
            <a:r>
              <a:rPr lang="en-US" altLang="zh-CN" sz="1400" dirty="0"/>
              <a:t>top</a:t>
            </a:r>
            <a:r>
              <a:rPr lang="zh-CN" altLang="en-US" sz="1400" dirty="0"/>
              <a:t>项目以词云方式展示</a:t>
            </a:r>
          </a:p>
        </p:txBody>
      </p:sp>
      <p:pic>
        <p:nvPicPr>
          <p:cNvPr id="8" name="图片 7">
            <a:extLst>
              <a:ext uri="{FF2B5EF4-FFF2-40B4-BE49-F238E27FC236}">
                <a16:creationId xmlns:a16="http://schemas.microsoft.com/office/drawing/2014/main" id="{8CC3F20D-3DC6-E681-B98B-E9389C1BE3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45500" y="4756720"/>
            <a:ext cx="3746500" cy="1995548"/>
          </a:xfrm>
          <a:prstGeom prst="rect">
            <a:avLst/>
          </a:prstGeom>
        </p:spPr>
      </p:pic>
      <p:pic>
        <p:nvPicPr>
          <p:cNvPr id="12" name="图片 11">
            <a:extLst>
              <a:ext uri="{FF2B5EF4-FFF2-40B4-BE49-F238E27FC236}">
                <a16:creationId xmlns:a16="http://schemas.microsoft.com/office/drawing/2014/main" id="{946E0B0A-9D02-2001-066F-24F0BF2051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25465" y="2322453"/>
            <a:ext cx="3498215" cy="2146202"/>
          </a:xfrm>
          <a:prstGeom prst="rect">
            <a:avLst/>
          </a:prstGeom>
        </p:spPr>
      </p:pic>
      <p:pic>
        <p:nvPicPr>
          <p:cNvPr id="16" name="图片 15" descr="图表&#10;&#10;AI 生成的内容可能不正确。">
            <a:extLst>
              <a:ext uri="{FF2B5EF4-FFF2-40B4-BE49-F238E27FC236}">
                <a16:creationId xmlns:a16="http://schemas.microsoft.com/office/drawing/2014/main" id="{57B54E38-CE61-F685-C84E-B23D5569AB40}"/>
              </a:ext>
            </a:extLst>
          </p:cNvPr>
          <p:cNvPicPr>
            <a:picLocks noChangeAspect="1"/>
          </p:cNvPicPr>
          <p:nvPr/>
        </p:nvPicPr>
        <p:blipFill>
          <a:blip r:embed="rId5"/>
          <a:stretch>
            <a:fillRect/>
          </a:stretch>
        </p:blipFill>
        <p:spPr>
          <a:xfrm>
            <a:off x="2503540" y="5092288"/>
            <a:ext cx="3235624" cy="1659980"/>
          </a:xfrm>
          <a:prstGeom prst="rect">
            <a:avLst/>
          </a:prstGeom>
        </p:spPr>
      </p:pic>
      <p:pic>
        <p:nvPicPr>
          <p:cNvPr id="18" name="图片 17">
            <a:extLst>
              <a:ext uri="{FF2B5EF4-FFF2-40B4-BE49-F238E27FC236}">
                <a16:creationId xmlns:a16="http://schemas.microsoft.com/office/drawing/2014/main" id="{910000C7-BDDD-09A7-640B-97B72A7180D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7083" y="2322453"/>
            <a:ext cx="2243449" cy="2547101"/>
          </a:xfrm>
          <a:prstGeom prst="rect">
            <a:avLst/>
          </a:prstGeom>
        </p:spPr>
      </p:pic>
    </p:spTree>
    <p:extLst>
      <p:ext uri="{BB962C8B-B14F-4D97-AF65-F5344CB8AC3E}">
        <p14:creationId xmlns:p14="http://schemas.microsoft.com/office/powerpoint/2010/main" val="3964595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7675CF06-7FB1-51AF-E46D-8290A103EB83}"/>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1121F846-C9F5-40F2-E749-6E8841C28017}"/>
              </a:ext>
            </a:extLst>
          </p:cNvPr>
          <p:cNvSpPr txBox="1"/>
          <p:nvPr/>
        </p:nvSpPr>
        <p:spPr>
          <a:xfrm>
            <a:off x="4464784" y="108155"/>
            <a:ext cx="3262432" cy="461665"/>
          </a:xfrm>
          <a:prstGeom prst="rect">
            <a:avLst/>
          </a:prstGeom>
          <a:noFill/>
        </p:spPr>
        <p:txBody>
          <a:bodyPr wrap="none" rtlCol="0">
            <a:spAutoFit/>
          </a:bodyPr>
          <a:lstStyle/>
          <a:p>
            <a:r>
              <a:rPr lang="zh-CN" altLang="en-US" sz="2400" dirty="0"/>
              <a:t>实际应用</a:t>
            </a:r>
            <a:r>
              <a:rPr lang="en-US" altLang="zh-CN" sz="2400" dirty="0"/>
              <a:t>——</a:t>
            </a:r>
            <a:r>
              <a:rPr lang="zh-CN" altLang="en-US" sz="2400" dirty="0"/>
              <a:t>搜索引擎</a:t>
            </a:r>
          </a:p>
        </p:txBody>
      </p:sp>
      <p:sp>
        <p:nvSpPr>
          <p:cNvPr id="3" name="文本框 2">
            <a:extLst>
              <a:ext uri="{FF2B5EF4-FFF2-40B4-BE49-F238E27FC236}">
                <a16:creationId xmlns:a16="http://schemas.microsoft.com/office/drawing/2014/main" id="{FB1E2F64-49AB-4BE6-27F8-79076D1FEFE8}"/>
              </a:ext>
            </a:extLst>
          </p:cNvPr>
          <p:cNvSpPr txBox="1"/>
          <p:nvPr/>
        </p:nvSpPr>
        <p:spPr>
          <a:xfrm>
            <a:off x="1120876" y="933839"/>
            <a:ext cx="9950245" cy="2031325"/>
          </a:xfrm>
          <a:prstGeom prst="rect">
            <a:avLst/>
          </a:prstGeom>
          <a:noFill/>
        </p:spPr>
        <p:txBody>
          <a:bodyPr wrap="square" rtlCol="0">
            <a:spAutoFit/>
          </a:bodyPr>
          <a:lstStyle/>
          <a:p>
            <a:r>
              <a:rPr lang="zh-CN" altLang="en-US" dirty="0"/>
              <a:t>       当一名用户想创建一个新项目或者一名用户的新项目刚刚成立不久，我们要如何用已有的数据和成果帮助他们调整自己的项目改善方向或者帮助他们借鉴与自己项目类似的知名项目的优势？为此，我们制作了一个</a:t>
            </a:r>
            <a:r>
              <a:rPr lang="en-US" altLang="zh-CN" dirty="0" err="1"/>
              <a:t>github</a:t>
            </a:r>
            <a:r>
              <a:rPr lang="zh-CN" altLang="en-US" dirty="0"/>
              <a:t>项目智能搜索引擎。该引擎综合了所有现有数据及数据大屏，同时调用</a:t>
            </a:r>
            <a:r>
              <a:rPr lang="en-US" altLang="zh-CN" dirty="0"/>
              <a:t>ai</a:t>
            </a:r>
            <a:r>
              <a:rPr lang="zh-CN" altLang="en-US" dirty="0"/>
              <a:t>（</a:t>
            </a:r>
            <a:r>
              <a:rPr lang="en-US" altLang="zh-CN" dirty="0" err="1"/>
              <a:t>deepseek</a:t>
            </a:r>
            <a:r>
              <a:rPr lang="zh-CN" altLang="en-US" dirty="0"/>
              <a:t>）作为搜索引擎的智能回答者，用户在该引擎中可以在搜索框中输入想要查询的某个特征值的特征（如“高活跃度”），随后获得</a:t>
            </a:r>
            <a:r>
              <a:rPr lang="en-US" altLang="zh-CN" dirty="0"/>
              <a:t>top300</a:t>
            </a:r>
            <a:r>
              <a:rPr lang="zh-CN" altLang="en-US" dirty="0"/>
              <a:t>中符合条件的多个项目，每个搜索结果都对项目有简单的介绍</a:t>
            </a:r>
            <a:r>
              <a:rPr lang="en-US" altLang="zh-CN" dirty="0"/>
              <a:t>;</a:t>
            </a:r>
            <a:r>
              <a:rPr lang="zh-CN" altLang="en-US" dirty="0"/>
              <a:t>然后，我们充分利用制作好的数据大屏，用户可以直接利用引擎中的功能查看想要查看的数据大屏，整体地浏览各个项目的特征值情况。</a:t>
            </a:r>
          </a:p>
        </p:txBody>
      </p:sp>
      <p:pic>
        <p:nvPicPr>
          <p:cNvPr id="5" name="图片 4">
            <a:extLst>
              <a:ext uri="{FF2B5EF4-FFF2-40B4-BE49-F238E27FC236}">
                <a16:creationId xmlns:a16="http://schemas.microsoft.com/office/drawing/2014/main" id="{0EE355F5-DB95-6495-57B6-FCC900B7F3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8065" y="2965164"/>
            <a:ext cx="6575870" cy="3929558"/>
          </a:xfrm>
          <a:prstGeom prst="rect">
            <a:avLst/>
          </a:prstGeom>
        </p:spPr>
      </p:pic>
    </p:spTree>
    <p:extLst>
      <p:ext uri="{BB962C8B-B14F-4D97-AF65-F5344CB8AC3E}">
        <p14:creationId xmlns:p14="http://schemas.microsoft.com/office/powerpoint/2010/main" val="1659415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7A571F6-F54C-3B60-836D-FEDC420CB1D2}"/>
              </a:ext>
            </a:extLst>
          </p:cNvPr>
          <p:cNvSpPr txBox="1"/>
          <p:nvPr/>
        </p:nvSpPr>
        <p:spPr>
          <a:xfrm>
            <a:off x="5309419" y="285135"/>
            <a:ext cx="1415772" cy="461665"/>
          </a:xfrm>
          <a:prstGeom prst="rect">
            <a:avLst/>
          </a:prstGeom>
          <a:noFill/>
        </p:spPr>
        <p:txBody>
          <a:bodyPr wrap="none" rtlCol="0">
            <a:spAutoFit/>
          </a:bodyPr>
          <a:lstStyle/>
          <a:p>
            <a:r>
              <a:rPr lang="zh-CN" altLang="en-US" sz="2400" dirty="0"/>
              <a:t>网页展示</a:t>
            </a:r>
          </a:p>
        </p:txBody>
      </p:sp>
      <p:pic>
        <p:nvPicPr>
          <p:cNvPr id="4" name="图片 3">
            <a:extLst>
              <a:ext uri="{FF2B5EF4-FFF2-40B4-BE49-F238E27FC236}">
                <a16:creationId xmlns:a16="http://schemas.microsoft.com/office/drawing/2014/main" id="{94ECA3B4-B1D6-3F56-A0F6-656CECB945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63561"/>
            <a:ext cx="7247048" cy="4331110"/>
          </a:xfrm>
          <a:prstGeom prst="rect">
            <a:avLst/>
          </a:prstGeom>
        </p:spPr>
      </p:pic>
      <p:pic>
        <p:nvPicPr>
          <p:cNvPr id="6" name="图片 5">
            <a:extLst>
              <a:ext uri="{FF2B5EF4-FFF2-40B4-BE49-F238E27FC236}">
                <a16:creationId xmlns:a16="http://schemas.microsoft.com/office/drawing/2014/main" id="{9BA2B308-F16F-8D66-8F0B-CC512DFDF1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08245" y="2323845"/>
            <a:ext cx="7583755" cy="4534155"/>
          </a:xfrm>
          <a:prstGeom prst="rect">
            <a:avLst/>
          </a:prstGeom>
        </p:spPr>
      </p:pic>
    </p:spTree>
    <p:extLst>
      <p:ext uri="{BB962C8B-B14F-4D97-AF65-F5344CB8AC3E}">
        <p14:creationId xmlns:p14="http://schemas.microsoft.com/office/powerpoint/2010/main" val="357643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090F7C7E-B764-26E4-7497-AB97661FE992}"/>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EC0BEAED-369D-0FB0-E659-5CD7555196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6848" y="825909"/>
            <a:ext cx="9998303" cy="5958348"/>
          </a:xfrm>
          <a:prstGeom prst="rect">
            <a:avLst/>
          </a:prstGeom>
        </p:spPr>
      </p:pic>
    </p:spTree>
    <p:extLst>
      <p:ext uri="{BB962C8B-B14F-4D97-AF65-F5344CB8AC3E}">
        <p14:creationId xmlns:p14="http://schemas.microsoft.com/office/powerpoint/2010/main" val="4274494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pic>
        <p:nvPicPr>
          <p:cNvPr id="2" name="da14895cb0c5967a7e19768e99e392a4">
            <a:hlinkClick r:id="" action="ppaction://media"/>
            <a:extLst>
              <a:ext uri="{FF2B5EF4-FFF2-40B4-BE49-F238E27FC236}">
                <a16:creationId xmlns:a16="http://schemas.microsoft.com/office/drawing/2014/main" id="{8DA70B6B-EA9C-95AD-0986-01D394EFFAE2}"/>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219200" y="495300"/>
            <a:ext cx="9753600" cy="5867400"/>
          </a:xfrm>
          <a:prstGeom prst="rect">
            <a:avLst/>
          </a:prstGeom>
        </p:spPr>
      </p:pic>
    </p:spTree>
    <p:extLst>
      <p:ext uri="{BB962C8B-B14F-4D97-AF65-F5344CB8AC3E}">
        <p14:creationId xmlns:p14="http://schemas.microsoft.com/office/powerpoint/2010/main" val="2907920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234"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TotalTime>
  <Words>379</Words>
  <Application>Microsoft Office PowerPoint</Application>
  <PresentationFormat>宽屏</PresentationFormat>
  <Paragraphs>20</Paragraphs>
  <Slides>8</Slides>
  <Notes>0</Notes>
  <HiddenSlides>0</HiddenSlides>
  <MMClips>1</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8</vt:i4>
      </vt:variant>
    </vt:vector>
  </HeadingPairs>
  <TitlesOfParts>
    <vt:vector size="13" baseType="lpstr">
      <vt:lpstr>等线</vt:lpstr>
      <vt:lpstr>等线 Light</vt:lpstr>
      <vt:lpstr>Arial</vt:lpstr>
      <vt:lpstr>Wingdings</vt:lpstr>
      <vt:lpstr>Office 主题​​</vt:lpstr>
      <vt:lpstr>Github项目智能搜索引擎</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jy m</dc:creator>
  <cp:lastModifiedBy>jy m</cp:lastModifiedBy>
  <cp:revision>1</cp:revision>
  <dcterms:created xsi:type="dcterms:W3CDTF">2025-12-29T02:18:25Z</dcterms:created>
  <dcterms:modified xsi:type="dcterms:W3CDTF">2025-12-30T07:39:17Z</dcterms:modified>
</cp:coreProperties>
</file>